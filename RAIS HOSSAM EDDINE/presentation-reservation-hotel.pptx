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822960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réservation d'hôtel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 : fonctionnement, arborescence et intelligence artificielle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Rais Hossam Eddine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Prof. Omar Kella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CMC Casa-Settat  |  Année scolaire 2026/2027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en bref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plateforme web pour rechercher et réserver une chambre d'hôtel en ligne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2560320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un hôtel par téléphone ou sur place est lent, sans visibilité sur les chambres disponibles ni sur les prix.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256032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20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 où l'on cherche par destination et dates, compare les chambres, réserve, paie et reçoit sa confirmation.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71600"/>
            <a:ext cx="25603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71600"/>
            <a:ext cx="256032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72200" y="1536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192024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 : cherche.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: réserve et paie.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: gère hôtels, chambres, réservations et utilisateurs.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de réservation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choix de l'hôtel à la confirmation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155448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dates, personnes, type de chambre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33472" y="15544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347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176272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176272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Disponibilités, prix, services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1104" y="155448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6110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803904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03904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chambre, dates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88736" y="1554480"/>
            <a:ext cx="548640" cy="5486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8873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431536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31536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Carte, PayPal ou autre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16368" y="1554480"/>
            <a:ext cx="548640" cy="54864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1636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2860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59168" y="26974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Email/SMS et facture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: inscription / connexion.  Après : modifier ou annuler sa réservation.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fonctionnel de l'application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937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05840"/>
            <a:ext cx="4663440" cy="374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 RESERVATION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┌──────────────────┼──────────────────┐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             │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AUTHENTIFICATION    RÉSERVATION        ADMINISTRATION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                │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┌────┼────┐        ┌────┼────┐        ┌────┼────┐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│    │        │    │    │        │    │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Connexion Inscription  Rechercher   Modifier  Annuler  Gérer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hôtel      réservation réservation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 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 de passe oublié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├── Destination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├── Date d'arrivée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├── Date de départ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├── Nombre de personnes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└── Type de chambre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532120" y="914400"/>
            <a:ext cx="3154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1005840"/>
            <a:ext cx="2880360" cy="374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▼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CHAMBRES DISPONIBLES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┌────────┼────────┐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        │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Chambre   Prix     Services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▼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RÉSERVATION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┌───────┼───────┐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     │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 Chambre  Dates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▼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PAIEMENT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┌──────┼──────┐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│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Carte  PayPal  Autre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▼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CONFIRMATION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┌──────┴──────┐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       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Email/SMS      Facture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couches et un espace d'administration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192024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: accueil, connexion, hôtels, réservation, paiement, confirmation.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371600"/>
            <a:ext cx="1920240" cy="73152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92024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MVC : modèles, contrôleurs, routes, middleware d'authentification.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20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371600"/>
            <a:ext cx="1920240" cy="73152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536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920240"/>
            <a:ext cx="1645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(hotel_reservation.sql).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: utilisateurs, hôtels, chambres, réservations, paiements.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1371600"/>
            <a:ext cx="1874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371600"/>
            <a:ext cx="1874520" cy="73152"/>
          </a:xfrm>
          <a:prstGeom prst="rect">
            <a:avLst/>
          </a:prstGeom>
          <a:solidFill>
            <a:srgbClr val="5B6770"/>
          </a:solidFill>
          <a:ln w="12700">
            <a:solidFill>
              <a:srgbClr val="5B67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15361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1920240"/>
            <a:ext cx="1600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bord, gestion des hôtels, chambres, réservations et utilisateurs.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 du projet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005840"/>
            <a:ext cx="2377440" cy="374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hotel-reservation/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index.html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login.html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register.html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hotels.html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hotel-details.html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reservation.html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payment.html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confirmation.html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css/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style.css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login.css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hotels.css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reservation.css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js/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main.js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auth.js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hotels.js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reservation.js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payment.js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4612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005840"/>
            <a:ext cx="2377440" cy="374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server.js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config/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database.js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User.js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Hotel.js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Room.js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Reservation.js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Payment.js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controllers/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authController.js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hotelController.js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roomController.js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reservationController.js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paymentController.js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12648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3640" y="1005840"/>
            <a:ext cx="2377440" cy="3749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routes/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authRoutes.js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hotelRoutes.js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roomRoutes.js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├── reservationRoutes.js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└── paymentRoutes.js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middleware/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authMiddleware.js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database/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hotel_reservation.sql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admin/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dashboard.html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hotels.html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rooms.html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reservations.html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users.html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package.json</a:t>
            </a:r>
            <a:endParaRPr lang="en-US" sz="850" dirty="0"/>
          </a:p>
          <a:p>
            <a:pPr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parties sont « intelligentes » 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logique métier du backend, sans IA : des règles et des algorithmes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des chambres : vérifier qu'une chambre est libre sur toute la période demandée.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Prévention des doubles réservations : transaction SQL dans reservationController.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du prix : nombre de nuits, type de chambre, services.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 : mot de passe chiffré, jeton JWT, contrôle des rôles.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 : dates cohérentes, nombre de personnes, formulaires.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automatiques : email/SMS et facture générés après paiement.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e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intégrer l'intelligence artificielle 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IA proposées et leur place dans le projet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56616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Où dans le projet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 d'hôtels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Suggérer des hôtels selon l'historique et les préférences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backend/services/ + hotels.js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assistant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Répondre aux questions et aider à réserver en langage naturel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Nouvelle page + route chatbot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dynamique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Ajuster les tarifs selon la saison et la demande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roomController + admin/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Détection de fraude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Repérer les paiements suspects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paymentController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des avis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Résumer et classer les avis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hotel-details.html + admin/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 réservation d'hôtel</dc:title>
  <dc:subject>PptxGenJS Presentation</dc:subject>
  <dc:creator>PptxGenJS</dc:creator>
  <cp:lastModifiedBy>PptxGenJS</cp:lastModifiedBy>
  <cp:revision>1</cp:revision>
  <dcterms:created xsi:type="dcterms:W3CDTF">2026-10-05T11:57:14Z</dcterms:created>
  <dcterms:modified xsi:type="dcterms:W3CDTF">2026-10-05T11:57:14Z</dcterms:modified>
</cp:coreProperties>
</file>