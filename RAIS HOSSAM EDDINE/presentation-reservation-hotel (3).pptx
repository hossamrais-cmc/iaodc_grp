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2296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réservation d'hôtel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: fonctionnement, arborescence et intelligence artificielle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Rais Hossam Eddine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Prof. Omar Kella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Casa-Settat  |  Année scolaire 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en bref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web pour rechercher et réserver une chambre d'hôtel en ligne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 hôtel par téléphone ou sur place est lent, sans visibilité sur les chambres disponibles ni sur les prix.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où l'on cherche par destination et dates, compare les chambres, réserve, paie et reçoit sa confirmation.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920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 : cherche.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réserve et paie.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: gère hôtels, chambres, réservations et utilisateurs.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l'application à l'oral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à dire en une minute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web de réservation d'hôtel.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visiteur cherche : destination, dates, nombre de personnes, type de chambre.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voit les chambres disponibles, réserve, puis paie par carte ou PayPal.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une confirmation par email ou SMS, avec sa facture.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profils : le client réserve, l'administrateur gère hôtels, chambres, réservations et utilisateurs.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: frontend HTML, CSS, JavaScript ; backend Node.js ; base de données SQL.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de réservation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choix de l'hôtel à la confirmation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dates, personnes, type de chambre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15544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Disponibilités, prix,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1104" y="15544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611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chambre, dates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88736" y="15544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8873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31536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Carte, PayPal ou autre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16368" y="15544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163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et facture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inscription / connexion.  Après : modifier ou annuler sa réservation.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fonctionnel de l'application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937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4663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 RESERVATION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┌──────────────────┼──────────────────┐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             │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AUTHENTIFICATION    RÉSERVATION        ADMINISTRATION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             │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┌────┼────┐        ┌────┼────┐        ┌────┼────┐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│    │        │    │    │        │    │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Connexion Inscription  Rechercher   Modifier  Annuler  Gérer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hôtel      réservation réservation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 de passe oublié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Destination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Date d'arrivée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Date de départ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Nombre de personnes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└── Type de chambre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53212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005840"/>
            <a:ext cx="288036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CHAMBRES DISPONIBLES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┌────────┼────────┐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        │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Chambre   Prix     Services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RÉSERVATION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┌───────┼───────┐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 │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Chambre  Dates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PAIEMENT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┌──────┼──────┐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│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Carte  PayPal  Autre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CONFIRMATION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┌──────┴──────┐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Email/SMS      Facture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 et un espace d'administration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9202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: accueil, connexion, hôtels, réservation, paiement, confirmation.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2024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 : modèles, contrôleurs, routes, middleware d'authentification.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2024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(hotel_reservation.sql).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: utilisateurs, hôtels, chambres, réservations, paiements.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187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371600"/>
            <a:ext cx="1874520" cy="73152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5361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920240"/>
            <a:ext cx="1600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bord, gestion des hôtels, chambres, réservations et utilisateurs.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2377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hotel-reservation/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register.html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hotels.html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hotel-details.html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reservation.html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payment.html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confirmation.html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css/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style.css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login.css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hotels.css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reservation.css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js/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main.js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auth.js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hotels.js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reservation.js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payment.js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4612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005840"/>
            <a:ext cx="2377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database.js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User.js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Room.js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Reservation.js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Payment.js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roomController.js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reservationController.js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paymentController.js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005840"/>
            <a:ext cx="2377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roomRoutes.js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reservationRoutes.js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paymentRoutes.js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middleware/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authMiddleware.js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hotel_reservation.sql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admin/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hotels.html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rooms.html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reservations.html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l'arborescence à l'oral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parties à la racine du projet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920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19202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l'utilisateur : une page HTML par étape, css/ pour le style, js/ pour le comportement.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1920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325880"/>
            <a:ext cx="192024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8745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MVC : models (données), controllers (logique), routes (adresses), middleware (connexion), server.js lance l'application.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920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25880"/>
            <a:ext cx="192024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8745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SQL qui crée les tables de la base de données.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32588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325880"/>
            <a:ext cx="1874520" cy="73152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4904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87452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réservées à l'administrateur : tableau de bord, hôtels, chambres, réservations, utilisateurs.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racine : .env (informations secrètes), package.json (dépendances), README.md (comment lancer le projet).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parties sont « intelligentes » 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métier du backend, sans IA : des règles et des algorithmes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des chambres : vérifier qu'une chambre est libre sur toute la période demandée.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des doubles réservations : transaction SQL dans reservationController.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du prix : nombre de nuits, type de chambre, services.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: mot de passe chiffré, jeton JWT, contrôle des rôles.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 : dates cohérentes, nombre de personnes, formulaires.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 : email/SMS et facture générés après paiement.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intégrer l'intelligence artificielle 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IA proposées et leur place dans le projet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dans le projet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d'hôtels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Suggérer des hôtels selon l'historique et les préférences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backend/services/ + hotels.js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Répondre aux questions et aider à réserver en langage naturel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Nouvelle page + route chatbot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dynamique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Ajuster les tarifs selon la saison et la demande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roomController + admin/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de fraude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Repérer les paiements suspects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des avis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Résumer et classer les avis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hotel-details.html + admin/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probables du professeur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courtes à préparer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93192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90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l'architecture MVC 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sépare les données, la logique et les routes : le code est plus simple à maintenir.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25880"/>
            <a:ext cx="39319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490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les doubles réservations 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transaction SQL vérifie la disponibilité de la chambre au moment de réserver.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17520"/>
            <a:ext cx="393192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paiements 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numéro de carte stocké : seulement la référence de transaction du prestataire.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17520"/>
            <a:ext cx="3931920" cy="73152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 l'espace admin 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du rôle côté serveur, et pas seulement des pages cachées.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 réservation d'hôtel</dc:title>
  <dc:subject>PptxGenJS Presentation</dc:subject>
  <dc:creator>PptxGenJS</dc:creator>
  <cp:lastModifiedBy>PptxGenJS</cp:lastModifiedBy>
  <cp:revision>1</cp:revision>
  <dcterms:created xsi:type="dcterms:W3CDTF">2026-10-05T12:04:58Z</dcterms:created>
  <dcterms:modified xsi:type="dcterms:W3CDTF">2026-10-05T12:04:58Z</dcterms:modified>
</cp:coreProperties>
</file>